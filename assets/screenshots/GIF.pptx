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57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25C83-B50E-A333-3547-8983E7BBA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452A0E-0206-7761-EA84-8FC839AA90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197D5-9F57-F55A-4B30-87662A550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1ABE2-B8D8-4204-93FD-A783325CB66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C2667-8EDC-0A8E-4E87-0335CE65C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AD0F4-93D3-CF54-19E9-EFCB1F89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B2C6-88F7-4CAB-A782-E760CA6E8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698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 advTm="1500">
        <p:fade/>
      </p:transition>
    </mc:Choice>
    <mc:Fallback>
      <p:transition advTm="15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BDF89-DC2A-6739-A169-887F7CCF3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A27DA-1517-37F6-21DF-246DEABD9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5F8BC-3007-A0AF-0E5D-9633A9AED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1ABE2-B8D8-4204-93FD-A783325CB66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F45A0-2559-6CBC-01FD-4DEC8FFA6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2AC0A-BF18-3D6C-45F8-91F13ED97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B2C6-88F7-4CAB-A782-E760CA6E8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1636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 advTm="1500">
        <p:fade/>
      </p:transition>
    </mc:Choice>
    <mc:Fallback>
      <p:transition advTm="15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A467F-BA0F-5CDF-520D-25B1DB372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2EBF9-00EE-62E3-D5B1-45D577D09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7E296-8504-9BFE-8AE8-2DDED195D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1ABE2-B8D8-4204-93FD-A783325CB66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3B139-B592-52B3-0763-EAD7635BE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58A0D-7EB3-977D-46B7-54AC41BFD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B2C6-88F7-4CAB-A782-E760CA6E8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6099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 advTm="1500">
        <p:fade/>
      </p:transition>
    </mc:Choice>
    <mc:Fallback>
      <p:transition advTm="15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011E8-A27D-665D-5E62-542144084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8F1B7-D15C-033F-9648-0E02F8F1D6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9B3693-6EBC-F71A-93FE-0E8A1B42C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BAC94-A00D-E517-4F96-C0ED63F92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1ABE2-B8D8-4204-93FD-A783325CB66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A9AFDC-9034-6571-0D57-409200350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719EB-FA03-ECCB-1F44-6437E424B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B2C6-88F7-4CAB-A782-E760CA6E8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813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 advTm="1500">
        <p:fade/>
      </p:transition>
    </mc:Choice>
    <mc:Fallback>
      <p:transition advTm="15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41EF1-2B6F-75CF-0E2E-1529BE2C3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2B02A-75C4-797E-2DD0-BD4BCBAE1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91DC39-6139-9526-7D25-66B5FBBC7A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354B2F-1D4F-A75A-C13F-F93E65F5D8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85475F-0415-BD53-B334-89061C61F9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D145DC-F33F-A7E3-EABF-BF160443E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1ABE2-B8D8-4204-93FD-A783325CB66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C55B8E-14FB-6E93-752E-C7F2711BB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2778CA-967B-9D27-DE72-C2E22B053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B2C6-88F7-4CAB-A782-E760CA6E8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767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 advTm="1500">
        <p:fade/>
      </p:transition>
    </mc:Choice>
    <mc:Fallback>
      <p:transition advTm="15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4C841-83D0-9684-C7A8-441B0CC2D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059C4B-3249-8676-CD6F-F5DF5CE69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1ABE2-B8D8-4204-93FD-A783325CB66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F64AE4-2BA1-E543-776C-5201F9904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8381D5-061D-A9F7-E10A-B87F4AFD4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B2C6-88F7-4CAB-A782-E760CA6E8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0039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 advTm="1500">
        <p:fade/>
      </p:transition>
    </mc:Choice>
    <mc:Fallback>
      <p:transition advTm="15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F9DD2-84DE-0595-8129-3DAD404AC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1ABE2-B8D8-4204-93FD-A783325CB66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D91DF7-8E57-2CD5-08DB-A4C722944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D01E8-7869-1F73-CE85-9506CF15D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B2C6-88F7-4CAB-A782-E760CA6E8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3776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 advTm="1500">
        <p:fade/>
      </p:transition>
    </mc:Choice>
    <mc:Fallback>
      <p:transition advTm="15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BD605-7F22-0B97-F8F5-6F4515A89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16480-1B22-15BE-C57D-10ADA11E0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540D4A-5535-B24C-EF6E-3DD35B91B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CFD5CF-E4F1-5152-D0D9-539B1C3C1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1ABE2-B8D8-4204-93FD-A783325CB66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1C36E9-AF0C-5D84-FFD7-8A30EDB48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254241-D5FE-255C-A604-1F3A4445E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B2C6-88F7-4CAB-A782-E760CA6E8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26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 advTm="1500">
        <p:fade/>
      </p:transition>
    </mc:Choice>
    <mc:Fallback>
      <p:transition advTm="15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3E1BE-6797-26FE-9EEF-1B409B248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40D318-8002-FB4C-9796-BCE3C422FB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77C5AF-6DD6-0B83-76E5-F9472FCF7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72CC46-82F2-808B-1479-CD965EF8C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1ABE2-B8D8-4204-93FD-A783325CB66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5C65C0-2604-A0EA-D3BD-4D8D2E559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6913FF-8281-7404-A032-D9EF56FDD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B2C6-88F7-4CAB-A782-E760CA6E8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426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 advTm="1500">
        <p:fade/>
      </p:transition>
    </mc:Choice>
    <mc:Fallback>
      <p:transition advTm="15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5ABC8-9B2E-8C38-FCF7-9C874A946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B90A3C-C240-1614-9979-DE4191F417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0D1E68-3088-B909-618B-6AB2FA1B7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1ABE2-B8D8-4204-93FD-A783325CB66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CCDD5-FC82-1E02-5BF4-612D7BCC6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05E04-8A8A-2E14-F862-27B7E9224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B2C6-88F7-4CAB-A782-E760CA6E8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025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 advTm="1500">
        <p:fade/>
      </p:transition>
    </mc:Choice>
    <mc:Fallback>
      <p:transition advTm="15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CD3718-186A-1290-E85D-F4279FD607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60A685-49D0-38E0-2638-DC01C81EC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ACBB3-79E5-9549-68C1-2E7C240AF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1ABE2-B8D8-4204-93FD-A783325CB66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86583-6BCA-F7A2-B012-7BD8191E0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81081-B0B8-7508-0E61-859DDC4DD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B2C6-88F7-4CAB-A782-E760CA6E8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2334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 advTm="1500">
        <p:fade/>
      </p:transition>
    </mc:Choice>
    <mc:Fallback>
      <p:transition advTm="15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3FC8E-5E4F-AC8F-0B18-8B578E669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D45CAA-7079-6845-34F6-0E7336B45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F7843-9DA9-A219-10FD-1423965814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D1ABE2-B8D8-4204-93FD-A783325CB66E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42604-0420-4381-2A66-53C6458CDF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E7842-8CDC-BC62-3F8D-0AFD58B97C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6B2C6-88F7-4CAB-A782-E760CA6E89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726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400" advTm="1500">
        <p:fade/>
      </p:transition>
    </mc:Choice>
    <mc:Fallback>
      <p:transition advTm="15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BFA363-47A0-D459-279E-AF1F1F6767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961"/>
            <a:ext cx="12192000" cy="600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7426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 advTm="1500">
        <p:fade/>
      </p:transition>
    </mc:Choice>
    <mc:Fallback>
      <p:transition advTm="15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592B9E-98A1-2978-C015-2AD5160B9E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2712"/>
            <a:ext cx="12192000" cy="611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0099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 advTm="1500">
        <p:fade/>
      </p:transition>
    </mc:Choice>
    <mc:Fallback>
      <p:transition advTm="15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ACDC9F-D350-980D-F4E5-57B715CA70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2685"/>
            <a:ext cx="12192000" cy="6112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29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 advTm="1500">
        <p:fade/>
      </p:transition>
    </mc:Choice>
    <mc:Fallback>
      <p:transition advTm="15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B005EE-061F-F646-B7E0-7896160801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5531"/>
            <a:ext cx="12192000" cy="5886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281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 advTm="1500">
        <p:fade/>
      </p:transition>
    </mc:Choice>
    <mc:Fallback>
      <p:transition advTm="15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9427BE-C7B9-4E91-210E-AD11BCC12D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0995"/>
            <a:ext cx="12192000" cy="611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5178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 advTm="1500">
        <p:fade/>
      </p:transition>
    </mc:Choice>
    <mc:Fallback>
      <p:transition advTm="15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42A110-39C1-40CA-03D5-22CA27229C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961"/>
            <a:ext cx="12192000" cy="607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7415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 advTm="1500">
        <p:fade/>
      </p:transition>
    </mc:Choice>
    <mc:Fallback>
      <p:transition advTm="15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81350C-5059-1AD9-11E4-949AC0710B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9310"/>
            <a:ext cx="12192000" cy="541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817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 advTm="1500">
        <p:fade/>
      </p:transition>
    </mc:Choice>
    <mc:Fallback>
      <p:transition advTm="15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Qamar Salamat</dc:creator>
  <cp:lastModifiedBy>Qamar Salamat</cp:lastModifiedBy>
  <cp:revision>2</cp:revision>
  <dcterms:created xsi:type="dcterms:W3CDTF">2026-07-15T15:17:56Z</dcterms:created>
  <dcterms:modified xsi:type="dcterms:W3CDTF">2026-07-15T15:38:36Z</dcterms:modified>
</cp:coreProperties>
</file>